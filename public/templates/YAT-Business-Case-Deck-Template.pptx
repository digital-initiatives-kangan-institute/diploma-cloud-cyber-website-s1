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24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5613B"/>
                </a:solidFill>
                <a:latin typeface="Source Sans 3"/>
              </a:rPr>
              <a:t>[ Project / initiative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[ Presenter name, role ]</a:t>
            </a:r>
          </a:p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[ Date ]   ·   [ Audience — e.g. YAT Board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Why this matters — strategic context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Where we are today — current state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gap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Options considered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Recommendation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Cost summary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Risks and mitigation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Implementation plan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decision we're asking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Strategic context &amp;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State the organisational objectives this initiative serves — cite the strategic plan.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Note the relevant industry direction, and where the plan aligns or diverges.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Land the “why this, why now”.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Current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system today: platform, condition, availability, recovery.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key dependencies and integrations.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limitations that motivate the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handful of gaps between where the organisation wants to be and where it is.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Keep to the material ones — the board needs the headline, not the full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Options considered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Option A — [ one-line description ]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Option B — [ one-line description ]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Note any other options considered and why they were set aside.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 i="1">
                <a:solidFill>
                  <a:srgbClr val="6B6660"/>
                </a:solidFill>
                <a:latin typeface="Source Sans 3"/>
              </a:rPr>
              <a:t>[ Your recommendation, in one clear sentence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B6660"/>
                </a:solidFill>
                <a:latin typeface="Source Sans 3"/>
              </a:rPr>
              <a:t>[ The one-line reason the board should back it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Cost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/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>Option A</a:t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>Option B</a:t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5-year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Key quantified benefit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—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$_____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Net 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Benefits &amp;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decisive non-cost benefits of the recommended option.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Tie each one back to an organisational objective.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Risks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top two or three risks of the recommended option.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For each, the mitigation that makes it acceptable.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The phases at a glance, with the indicative timeline.</a:t>
            </a:r>
          </a:p>
          <a:p>
            <a:pPr>
              <a:spcAft>
                <a:spcPts val="800"/>
              </a:spcAft>
            </a:pPr>
            <a:r>
              <a:rPr sz="1500" b="0" i="1">
                <a:solidFill>
                  <a:srgbClr val="6B6660"/>
                </a:solidFill>
                <a:latin typeface="Source Sans 3"/>
              </a:rPr>
              <a:t>•  Flag the key dependency or constraint (e.g. the cutover window).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decision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 i="1">
                <a:solidFill>
                  <a:srgbClr val="6B6660"/>
                </a:solidFill>
                <a:latin typeface="Source Sans 3"/>
              </a:rPr>
              <a:t>[ The decision you are asking the board to approve today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B6660"/>
                </a:solidFill>
                <a:latin typeface="Source Sans 3"/>
              </a:rPr>
              <a:t>[ e.g. approve the option, the action plan, and the Year-1 budget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660"/>
                </a:solidFill>
                <a:latin typeface="Source Sans 3"/>
              </a:rPr>
              <a:t>[ Presenter name ]  ·  [ contact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12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